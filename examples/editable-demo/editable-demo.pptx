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Demo values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937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local:slide-spec.json (author-created illustrative content; not research results)
This example demonstrates native PowerPoint objects. The values 2, 4, and 3 are arbitrary demonstration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-a"/>
          <p:cNvSpPr/>
          <p:nvPr/>
        </p:nvSpPr>
        <p:spPr>
          <a:xfrm>
            <a:off x="3200400" y="214884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" name="connector-b"/>
          <p:cNvSpPr/>
          <p:nvPr/>
        </p:nvSpPr>
        <p:spPr>
          <a:xfrm>
            <a:off x="6537960" y="214884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" name="title"/>
          <p:cNvSpPr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slide. Still editable.</a:t>
            </a:r>
            <a:endParaRPr lang="en-US" sz="3000" dirty="0"/>
          </a:p>
        </p:txBody>
      </p:sp>
      <p:sp>
        <p:nvSpPr>
          <p:cNvPr id="5" name="subtitle"/>
          <p:cNvSpPr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text, shapes, connectors, tables and charts.</a:t>
            </a:r>
            <a:endParaRPr lang="en-US" sz="1800" dirty="0"/>
          </a:p>
        </p:txBody>
      </p:sp>
      <p:sp>
        <p:nvSpPr>
          <p:cNvPr id="6" name="node-1"/>
          <p:cNvSpPr/>
          <p:nvPr/>
        </p:nvSpPr>
        <p:spPr>
          <a:xfrm>
            <a:off x="640080" y="1783080"/>
            <a:ext cx="2560320" cy="731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label-1"/>
          <p:cNvSpPr/>
          <p:nvPr/>
        </p:nvSpPr>
        <p:spPr>
          <a:xfrm>
            <a:off x="777240" y="1984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</a:t>
            </a:r>
            <a:endParaRPr lang="en-US" sz="2000" dirty="0"/>
          </a:p>
        </p:txBody>
      </p:sp>
      <p:sp>
        <p:nvSpPr>
          <p:cNvPr id="8" name="node-2"/>
          <p:cNvSpPr/>
          <p:nvPr/>
        </p:nvSpPr>
        <p:spPr>
          <a:xfrm>
            <a:off x="3977640" y="1783080"/>
            <a:ext cx="2560320" cy="7315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label-2"/>
          <p:cNvSpPr/>
          <p:nvPr/>
        </p:nvSpPr>
        <p:spPr>
          <a:xfrm>
            <a:off x="4114800" y="1984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2000" dirty="0"/>
          </a:p>
        </p:txBody>
      </p:sp>
      <p:sp>
        <p:nvSpPr>
          <p:cNvPr id="10" name="node-3"/>
          <p:cNvSpPr/>
          <p:nvPr/>
        </p:nvSpPr>
        <p:spPr>
          <a:xfrm>
            <a:off x="7315200" y="1783080"/>
            <a:ext cx="4206240" cy="73152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label-3"/>
          <p:cNvSpPr/>
          <p:nvPr/>
        </p:nvSpPr>
        <p:spPr>
          <a:xfrm>
            <a:off x="7452360" y="1984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in PowerPoint</a:t>
            </a:r>
            <a:endParaRPr lang="en-US" sz="2000" dirty="0"/>
          </a:p>
        </p:txBody>
      </p:sp>
      <p:sp>
        <p:nvSpPr>
          <p:cNvPr id="12" name="table-title"/>
          <p:cNvSpPr/>
          <p:nvPr/>
        </p:nvSpPr>
        <p:spPr>
          <a:xfrm>
            <a:off x="64008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selecting an object</a:t>
            </a:r>
            <a:endParaRPr lang="en-US" sz="2200" dirty="0"/>
          </a:p>
        </p:txBody>
      </p:sp>
      <p:graphicFrame>
        <p:nvGraphicFramePr>
          <p:cNvPr id="2" name="nativ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475488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Try it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this title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Shape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its fill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 the sample values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chart-title"/>
          <p:cNvSpPr/>
          <p:nvPr/>
        </p:nvSpPr>
        <p:spPr>
          <a:xfrm>
            <a:off x="5989320" y="3017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chart — demo values only</a:t>
            </a:r>
            <a:endParaRPr lang="en-US" sz="2200" dirty="0"/>
          </a:p>
        </p:txBody>
      </p:sp>
      <p:graphicFrame>
        <p:nvGraphicFramePr>
          <p:cNvPr id="15" name="native-chart" descr=""/>
          <p:cNvGraphicFramePr/>
          <p:nvPr/>
        </p:nvGraphicFramePr>
        <p:xfrm>
          <a:off x="5989320" y="3566160"/>
          <a:ext cx="55321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footer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locally from slide-spec.json · No image API call · Illustrative data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PaperBanana slide deck</dc:subject>
  <dc:creator>PaperBanana</dc:creator>
  <cp:lastModifiedBy>PaperBanana</cp:lastModifiedBy>
  <cp:revision>1</cp:revision>
  <dcterms:created xsi:type="dcterms:W3CDTF">2026-09-09T11:30:45Z</dcterms:created>
  <dcterms:modified xsi:type="dcterms:W3CDTF">2026-09-09T11:30:45Z</dcterms:modified>
</cp:coreProperties>
</file>